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8" r:id="rId5"/>
    <p:sldId id="256" r:id="rId6"/>
    <p:sldId id="257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8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500" userDrawn="1">
          <p15:clr>
            <a:srgbClr val="A4A3A4"/>
          </p15:clr>
        </p15:guide>
        <p15:guide id="8" pos="49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1E4"/>
    <a:srgbClr val="B8D3E8"/>
    <a:srgbClr val="197DCE"/>
    <a:srgbClr val="BC7FBB"/>
    <a:srgbClr val="7F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84E427A-3D55-4303-BF80-6455036E1DE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291" autoAdjust="0"/>
  </p:normalViewPr>
  <p:slideViewPr>
    <p:cSldViewPr snapToGrid="0" showGuides="1">
      <p:cViewPr varScale="1">
        <p:scale>
          <a:sx n="71" d="100"/>
          <a:sy n="71" d="100"/>
        </p:scale>
        <p:origin x="336" y="54"/>
      </p:cViewPr>
      <p:guideLst>
        <p:guide pos="3840"/>
        <p:guide orient="horz" pos="2500"/>
        <p:guide pos="49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20XX</c:v>
                </c:pt>
                <c:pt idx="1">
                  <c:v>20XX</c:v>
                </c:pt>
                <c:pt idx="2">
                  <c:v>20XX</c:v>
                </c:pt>
                <c:pt idx="3">
                  <c:v>20XX</c:v>
                </c:pt>
                <c:pt idx="4">
                  <c:v>20XX</c:v>
                </c:pt>
              </c:strCache>
            </c:strRef>
          </c:cat>
          <c:val>
            <c:numRef>
              <c:f>Sheet1!$B$2:$B$6</c:f>
              <c:numCache>
                <c:formatCode>[$$-409]#,##0</c:formatCode>
                <c:ptCount val="5"/>
                <c:pt idx="0">
                  <c:v>10000</c:v>
                </c:pt>
                <c:pt idx="1">
                  <c:v>20000</c:v>
                </c:pt>
                <c:pt idx="2">
                  <c:v>30000</c:v>
                </c:pt>
                <c:pt idx="3">
                  <c:v>40000</c:v>
                </c:pt>
                <c:pt idx="4">
                  <c:v>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62-4770-80E0-FDF96101C9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7"/>
        <c:overlap val="5"/>
        <c:axId val="361581080"/>
        <c:axId val="361579112"/>
      </c:barChart>
      <c:catAx>
        <c:axId val="361581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1579112"/>
        <c:crosses val="autoZero"/>
        <c:auto val="1"/>
        <c:lblAlgn val="ctr"/>
        <c:lblOffset val="100"/>
        <c:noMultiLvlLbl val="0"/>
      </c:catAx>
      <c:valAx>
        <c:axId val="361579112"/>
        <c:scaling>
          <c:orientation val="minMax"/>
          <c:max val="50000"/>
        </c:scaling>
        <c:delete val="0"/>
        <c:axPos val="l"/>
        <c:majorGridlines>
          <c:spPr>
            <a:ln w="9525" cap="flat" cmpd="sng" algn="ctr">
              <a:solidFill>
                <a:schemeClr val="accent1">
                  <a:alpha val="20000"/>
                </a:schemeClr>
              </a:solidFill>
              <a:round/>
            </a:ln>
            <a:effectLst/>
          </c:spPr>
        </c:majorGridlines>
        <c:numFmt formatCode="[$$-409]#,##0" sourceLinked="1"/>
        <c:majorTickMark val="none"/>
        <c:minorTickMark val="none"/>
        <c:tickLblPos val="nextTo"/>
        <c:spPr>
          <a:noFill/>
          <a:ln w="12700">
            <a:solidFill>
              <a:schemeClr val="bg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1581080"/>
        <c:crosses val="autoZero"/>
        <c:crossBetween val="between"/>
        <c:majorUnit val="100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8B8B31-1CFE-4A78-A796-40061C1B29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5D168-A009-4B34-B08F-277E0D6ABD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47A4C-1800-412B-9042-C93F1924AECC}" type="datetimeFigureOut">
              <a:rPr lang="en-US" smtClean="0"/>
              <a:t>8/10/2025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C826E-30C5-4DD2-97CD-F700F8EBBF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BE32A-EDDE-428D-8FA7-84F681D97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1FD62-43B6-432F-96E1-BCDE3916E1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383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8/10/2025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View of a mountain range">
            <a:extLst>
              <a:ext uri="{FF2B5EF4-FFF2-40B4-BE49-F238E27FC236}">
                <a16:creationId xmlns:a16="http://schemas.microsoft.com/office/drawing/2014/main" id="{1DAC5403-E1D0-4032-A9FE-410B2982643C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46C517-01CF-4924-81A5-DAD4CE0BFA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70000"/>
                </a:schemeClr>
              </a:gs>
              <a:gs pos="100000">
                <a:schemeClr val="accent3">
                  <a:alpha val="7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E013E669-E15F-4096-81CC-6637C4A9F9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12235" y="1680191"/>
            <a:ext cx="4367531" cy="324417"/>
          </a:xfrm>
        </p:spPr>
        <p:txBody>
          <a:bodyPr>
            <a:noAutofit/>
          </a:bodyPr>
          <a:lstStyle>
            <a:lvl1pPr marL="0" indent="0" algn="ctr">
              <a:buNone/>
              <a:defRPr sz="2000" b="1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7021" y="2107415"/>
            <a:ext cx="10117959" cy="2281355"/>
          </a:xfrm>
        </p:spPr>
        <p:txBody>
          <a:bodyPr>
            <a:noAutofit/>
          </a:bodyPr>
          <a:lstStyle>
            <a:lvl1pPr algn="ctr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</a:t>
            </a:r>
            <a:br>
              <a:rPr lang="en-US" noProof="0"/>
            </a:br>
            <a:r>
              <a:rPr lang="en-US" noProof="0"/>
              <a:t>TITLE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12235" y="1333943"/>
            <a:ext cx="4367531" cy="324417"/>
          </a:xfrm>
        </p:spPr>
        <p:txBody>
          <a:bodyPr>
            <a:noAutofit/>
          </a:bodyPr>
          <a:lstStyle>
            <a:lvl1pPr marL="0" indent="0" algn="ctr">
              <a:buNone/>
              <a:defRPr sz="23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Month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50857" y="4720037"/>
            <a:ext cx="10090287" cy="1101897"/>
          </a:xfrm>
        </p:spPr>
        <p:txBody>
          <a:bodyPr>
            <a:noAutofit/>
          </a:bodyPr>
          <a:lstStyle>
            <a:lvl1pPr marL="0" indent="0" algn="ctr">
              <a:buNone/>
              <a:defRPr sz="3500" b="0" i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Presentation</a:t>
            </a:r>
            <a:br>
              <a:rPr lang="en-US" noProof="0"/>
            </a:br>
            <a:r>
              <a:rPr lang="en-US" noProof="0"/>
              <a:t>Tagline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91BBC0-FAFE-4A57-9925-6182B74C4C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879848" y="4453465"/>
            <a:ext cx="2432304" cy="64008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E88C711-3D16-496B-BF96-001A0C0A3A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682374" y="6430061"/>
            <a:ext cx="241402" cy="197510"/>
          </a:xfrm>
          <a:prstGeom prst="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40" y="3410712"/>
            <a:ext cx="11932920" cy="3319272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99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81036"/>
            <a:ext cx="10515600" cy="78263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DIVIDER SLIDE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070604" y="4804366"/>
            <a:ext cx="4050792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4F6DD4A-6071-4D11-ABDB-28EA5AC871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942478"/>
            <a:ext cx="10515600" cy="45908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lang="en-US" sz="230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3477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View of a lake with pine trees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40" y="128016"/>
            <a:ext cx="685800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1169256"/>
            <a:ext cx="5285914" cy="782638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TEXT LAYOUT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28AD4F5-2320-4533-9EC4-9832091E65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1248" y="2136036"/>
            <a:ext cx="5285914" cy="857098"/>
          </a:xfrm>
        </p:spPr>
        <p:txBody>
          <a:bodyPr>
            <a:normAutofit/>
          </a:bodyPr>
          <a:lstStyle>
            <a:lvl1pPr marL="0" indent="0" algn="l">
              <a:buNone/>
              <a:defRPr sz="2300">
                <a:solidFill>
                  <a:schemeClr val="bg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915026" y="1992586"/>
            <a:ext cx="442800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3100269"/>
            <a:ext cx="5288963" cy="2588637"/>
          </a:xfrm>
        </p:spPr>
        <p:txBody>
          <a:bodyPr lIns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139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Close up view of lake edge with mountain range background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40" y="128016"/>
            <a:ext cx="11932920" cy="3319272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1093460"/>
            <a:ext cx="5320386" cy="782638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TEXT LAYOUT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28AD4F5-2320-4533-9EC4-9832091E65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1248" y="2060240"/>
            <a:ext cx="5320386" cy="882524"/>
          </a:xfrm>
        </p:spPr>
        <p:txBody>
          <a:bodyPr>
            <a:normAutofit/>
          </a:bodyPr>
          <a:lstStyle>
            <a:lvl1pPr marL="0" indent="0" algn="l">
              <a:buNone/>
              <a:defRPr sz="2300">
                <a:solidFill>
                  <a:schemeClr val="bg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914693" y="1916790"/>
            <a:ext cx="450000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4B6CBCCA-9781-462D-AF43-C6AAE3D1AA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17897" y="1125545"/>
            <a:ext cx="4707842" cy="1849304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919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Unpaved road lined with trees, mountain side drive">
            <a:extLst>
              <a:ext uri="{FF2B5EF4-FFF2-40B4-BE49-F238E27FC236}">
                <a16:creationId xmlns:a16="http://schemas.microsoft.com/office/drawing/2014/main" id="{EC40FB52-44A8-43D1-8B33-F4E55A83AC38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99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40A0-8435-451E-9A8E-9C33B97E1B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D90A-F598-4982-8244-00A2189F77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59649" y="2738211"/>
            <a:ext cx="4183650" cy="454353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B534F865-65DF-4129-9CE5-414E249375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1" y="1835244"/>
            <a:ext cx="10515599" cy="62910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2300" b="0" i="0">
                <a:solidFill>
                  <a:schemeClr val="bg2"/>
                </a:solidFill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627121" y="2738211"/>
            <a:ext cx="4183650" cy="454353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59649" y="342850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7121" y="342850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7629"/>
            <a:ext cx="105156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COMPARISON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E88236-C248-4008-9619-75BCE6D340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3F74C5-9ADD-4AE3-BCA5-88726CC2A1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111752" y="1667974"/>
            <a:ext cx="3968496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0372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Unpaved road lined with trees, mountain side drive">
            <a:extLst>
              <a:ext uri="{FF2B5EF4-FFF2-40B4-BE49-F238E27FC236}">
                <a16:creationId xmlns:a16="http://schemas.microsoft.com/office/drawing/2014/main" id="{EC40FB52-44A8-43D1-8B33-F4E55A83AC38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40A0-8435-451E-9A8E-9C33B97E1B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D90A-F598-4982-8244-00A2189F77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B534F865-65DF-4129-9CE5-414E249375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1248" y="3359239"/>
            <a:ext cx="4357688" cy="2252574"/>
          </a:xfrm>
        </p:spPr>
        <p:txBody>
          <a:bodyPr lIns="0" rIns="0">
            <a:noAutofit/>
          </a:bodyPr>
          <a:lstStyle>
            <a:lvl1pPr marL="0" indent="0" algn="l">
              <a:buNone/>
              <a:defRPr sz="2300" b="0" i="0">
                <a:solidFill>
                  <a:schemeClr val="bg2"/>
                </a:solidFill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2081624"/>
            <a:ext cx="4357688" cy="1325563"/>
          </a:xfrm>
        </p:spPr>
        <p:txBody>
          <a:bodyPr lIns="0" rIns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CHART SLIDE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E88236-C248-4008-9619-75BCE6D340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3F74C5-9ADD-4AE3-BCA5-88726CC2A1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911877" y="3191969"/>
            <a:ext cx="3968496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Chart Placeholder 18">
            <a:extLst>
              <a:ext uri="{FF2B5EF4-FFF2-40B4-BE49-F238E27FC236}">
                <a16:creationId xmlns:a16="http://schemas.microsoft.com/office/drawing/2014/main" id="{BE9C98A7-B145-402E-BADA-CE785E3BA99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6981371" y="1246188"/>
            <a:ext cx="4284663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 smtClean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5342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Unpaved road lined with trees, mountain side drive">
            <a:extLst>
              <a:ext uri="{FF2B5EF4-FFF2-40B4-BE49-F238E27FC236}">
                <a16:creationId xmlns:a16="http://schemas.microsoft.com/office/drawing/2014/main" id="{EC40FB52-44A8-43D1-8B33-F4E55A83AC38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40A0-8435-451E-9A8E-9C33B97E1B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D90A-F598-4982-8244-00A2189F77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B534F865-65DF-4129-9CE5-414E249375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83563" y="3359239"/>
            <a:ext cx="2596896" cy="2252574"/>
          </a:xfrm>
        </p:spPr>
        <p:txBody>
          <a:bodyPr lIns="0" rIns="0">
            <a:noAutofit/>
          </a:bodyPr>
          <a:lstStyle>
            <a:lvl1pPr marL="0" indent="0" algn="l">
              <a:buNone/>
              <a:defRPr sz="2300" b="0" i="0">
                <a:solidFill>
                  <a:schemeClr val="bg2"/>
                </a:solidFill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83562" y="1757774"/>
            <a:ext cx="2669859" cy="1325563"/>
          </a:xfrm>
        </p:spPr>
        <p:txBody>
          <a:bodyPr lIns="0" rIns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TABLE SLIDE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E88236-C248-4008-9619-75BCE6D340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3F74C5-9ADD-4AE3-BCA5-88726CC2A1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683563" y="3191969"/>
            <a:ext cx="1545336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Table Placeholder 17">
            <a:extLst>
              <a:ext uri="{FF2B5EF4-FFF2-40B4-BE49-F238E27FC236}">
                <a16:creationId xmlns:a16="http://schemas.microsoft.com/office/drawing/2014/main" id="{62814DE5-26B2-4A8E-BA8D-A2E4C5547EB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911225" y="1505433"/>
            <a:ext cx="6561138" cy="384713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 smtClean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01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3C23D1-BE9A-4E52-9BEF-D55C4CB757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645798" y="6386170"/>
            <a:ext cx="307239" cy="343814"/>
          </a:xfrm>
          <a:prstGeom prst="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40" y="128016"/>
            <a:ext cx="11932920" cy="236829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B33A3032-1037-4342-827F-CF13499782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1" y="1835244"/>
            <a:ext cx="10515599" cy="62910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2300" b="0" i="0">
                <a:solidFill>
                  <a:schemeClr val="bg2"/>
                </a:solidFill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D6F6A17-AFDC-40C7-9D63-50FA052A16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7629"/>
            <a:ext cx="105156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BIG IMAGE SLIDE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68B9DC-C6AF-45D4-BBA3-A5EF781EAB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3759708" y="1667974"/>
            <a:ext cx="4672584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6127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Unpaved road lined with trees, mountain side drive">
            <a:extLst>
              <a:ext uri="{FF2B5EF4-FFF2-40B4-BE49-F238E27FC236}">
                <a16:creationId xmlns:a16="http://schemas.microsoft.com/office/drawing/2014/main" id="{EC40FB52-44A8-43D1-8B33-F4E55A83AC38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40A0-8435-451E-9A8E-9C33B97E1B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D90A-F598-4982-8244-00A2189F77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8873"/>
            <a:ext cx="105156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VIDEO SLIDE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E88236-C248-4008-9619-75BCE6D340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395984" y="1497770"/>
            <a:ext cx="9400032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973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View of a lake and mountain range">
            <a:extLst>
              <a:ext uri="{FF2B5EF4-FFF2-40B4-BE49-F238E27FC236}">
                <a16:creationId xmlns:a16="http://schemas.microsoft.com/office/drawing/2014/main" id="{1DAC5403-E1D0-4032-A9FE-410B2982643C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46C517-01CF-4924-81A5-DAD4CE0BFA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99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82190F1B-1701-4806-870F-8FC7F32FE4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12235" y="4222968"/>
            <a:ext cx="4367531" cy="474519"/>
          </a:xfrm>
        </p:spPr>
        <p:txBody>
          <a:bodyPr>
            <a:noAutofit/>
          </a:bodyPr>
          <a:lstStyle>
            <a:lvl1pPr marL="0" indent="0" algn="ctr">
              <a:buNone/>
              <a:defRPr sz="35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+7 678-555-0128</a:t>
            </a:r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972B7F81-5409-42D9-B44C-88D9CBD9BA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12235" y="3927698"/>
            <a:ext cx="4367531" cy="288000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Phone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AA54554-5CE2-43AD-979D-F095482C49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50857" y="2655074"/>
            <a:ext cx="10090287" cy="606659"/>
          </a:xfrm>
        </p:spPr>
        <p:txBody>
          <a:bodyPr>
            <a:noAutofit/>
          </a:bodyPr>
          <a:lstStyle>
            <a:lvl1pPr marL="0" indent="0" algn="ctr">
              <a:buNone/>
              <a:defRPr sz="3500" b="0" i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Alexander Martensson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A1D8F0C1-128A-435B-8585-F0B32496EC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5722" y="5230723"/>
            <a:ext cx="5920556" cy="474519"/>
          </a:xfrm>
        </p:spPr>
        <p:txBody>
          <a:bodyPr>
            <a:noAutofit/>
          </a:bodyPr>
          <a:lstStyle>
            <a:lvl1pPr marL="0" indent="0" algn="ctr">
              <a:buNone/>
              <a:defRPr sz="35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martensson@example.com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90B48E8B-E525-4852-9167-5281C64B1C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12235" y="4929014"/>
            <a:ext cx="4367531" cy="288000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Email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0C5EB90F-1ADD-412B-9044-2CC607B78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856" y="993494"/>
            <a:ext cx="10104124" cy="1517356"/>
          </a:xfrm>
        </p:spPr>
        <p:txBody>
          <a:bodyPr>
            <a:noAutofit/>
          </a:bodyPr>
          <a:lstStyle>
            <a:lvl1pPr algn="ctr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0A1271-E1E7-40AB-9552-9B4249544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3156204" y="2421953"/>
            <a:ext cx="5879592" cy="64008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71178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View of a mountain range">
            <a:extLst>
              <a:ext uri="{FF2B5EF4-FFF2-40B4-BE49-F238E27FC236}">
                <a16:creationId xmlns:a16="http://schemas.microsoft.com/office/drawing/2014/main" id="{1DAC5403-E1D0-4032-A9FE-410B2982643C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46C517-01CF-4924-81A5-DAD4CE0BFA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70000"/>
                </a:schemeClr>
              </a:gs>
              <a:gs pos="100000">
                <a:schemeClr val="accent3">
                  <a:alpha val="7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7021" y="2107415"/>
            <a:ext cx="10117959" cy="2281355"/>
          </a:xfrm>
        </p:spPr>
        <p:txBody>
          <a:bodyPr>
            <a:noAutofit/>
          </a:bodyPr>
          <a:lstStyle>
            <a:lvl1pPr algn="ctr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</a:t>
            </a:r>
            <a:br>
              <a:rPr lang="en-US" noProof="0"/>
            </a:br>
            <a:r>
              <a:rPr lang="en-US" noProof="0"/>
              <a:t>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91BBC0-FAFE-4A57-9925-6182B74C4C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879848" y="4453465"/>
            <a:ext cx="2432304" cy="64008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8214E67-DE9D-42F7-B713-798383BBD1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7021" y="4720036"/>
            <a:ext cx="10117959" cy="1101898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3500" b="0" i="0" dirty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38553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39" y="128016"/>
            <a:ext cx="11932919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915026" y="1747488"/>
            <a:ext cx="442800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1B00995-C0FC-4EC6-A9B0-828FB28FC47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1A54DF2-9EE6-43F7-A586-88CA6C62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35114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39" y="128016"/>
            <a:ext cx="11932919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915026" y="1747488"/>
            <a:ext cx="442800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1A54DF2-9EE6-43F7-A586-88CA6C62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22F4F2-F130-4DBE-B244-1D59BBE5CD9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CE5575-876A-4335-83ED-6B346DA1B4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5035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39" y="128016"/>
            <a:ext cx="11932919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915026" y="1747488"/>
            <a:ext cx="442800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1A54DF2-9EE6-43F7-A586-88CA6C62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1F82F6E-10E8-4A58-9655-E18D14D790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840863"/>
            <a:ext cx="5157787" cy="66421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2F6C18E-5BCB-42EF-9310-5BD6E011DF2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A2923F-D123-40C6-A193-B86D683D5B51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840863"/>
            <a:ext cx="5183188" cy="6642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8305C175-94AC-44DD-9321-0A8DBDF22DA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998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39" y="128016"/>
            <a:ext cx="11932919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915026" y="2105709"/>
            <a:ext cx="374904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1C3E675-6E45-4A81-AEA3-D3638822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4B599D-7641-40C1-8DAE-110A36403CF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77592"/>
            <a:ext cx="3932237" cy="3691396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09FEF38-E3A7-4527-97CB-AF528BAEBA8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0012" y="457200"/>
            <a:ext cx="6172200" cy="5408613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7947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descr="View of a lake and mountain range">
            <a:extLst>
              <a:ext uri="{FF2B5EF4-FFF2-40B4-BE49-F238E27FC236}">
                <a16:creationId xmlns:a16="http://schemas.microsoft.com/office/drawing/2014/main" id="{CECF654C-A7AE-4727-9F7F-492670C3E642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F3F28-2A24-40B5-AC8C-5A53DC799A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39" y="128016"/>
            <a:ext cx="11932919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1680000" scaled="0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2807-F7BA-4350-93C3-95213A4854E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AE88-305E-4E68-AF8E-10BCB695A1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BAC97E-3C4E-4D04-8A57-DC61E07CB8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822F33-D675-4E6C-BD09-D9C78365BB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915026" y="2105709"/>
            <a:ext cx="374904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1C3E675-6E45-4A81-AEA3-D3638822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4B599D-7641-40C1-8DAE-110A36403CF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77592"/>
            <a:ext cx="3932237" cy="3691396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1B69B4CE-EB2F-46CF-9A80-64E44E5E95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830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Unpaved road lined with trees, mountain side drive">
            <a:extLst>
              <a:ext uri="{FF2B5EF4-FFF2-40B4-BE49-F238E27FC236}">
                <a16:creationId xmlns:a16="http://schemas.microsoft.com/office/drawing/2014/main" id="{EC40FB52-44A8-43D1-8B33-F4E55A83AC38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99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40A0-8435-451E-9A8E-9C33B97E1B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D90A-F598-4982-8244-00A2189F77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E88236-C248-4008-9619-75BCE6D340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3F74C5-9ADD-4AE3-BCA5-88726CC2A1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312920" y="1667974"/>
            <a:ext cx="3566160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B3756-19E0-4B2F-B1D5-7664E0B38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183200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Unpaved road lined with trees, mountain side drive">
            <a:extLst>
              <a:ext uri="{FF2B5EF4-FFF2-40B4-BE49-F238E27FC236}">
                <a16:creationId xmlns:a16="http://schemas.microsoft.com/office/drawing/2014/main" id="{EC40FB52-44A8-43D1-8B33-F4E55A83AC38}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blipFill>
            <a:blip r:embed="rId2"/>
            <a:srcRect/>
            <a:stretch>
              <a:fillRect l="-17" r="-17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0000"/>
                </a:schemeClr>
              </a:gs>
              <a:gs pos="99000">
                <a:schemeClr val="accent3">
                  <a:alpha val="80000"/>
                </a:schemeClr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40A0-8435-451E-9A8E-9C33B97E1B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D90A-F598-4982-8244-00A2189F77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E88236-C248-4008-9619-75BCE6D340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5908548" y="6114045"/>
            <a:ext cx="374904" cy="374904"/>
          </a:xfrm>
          <a:prstGeom prst="ellipse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6306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4ACA68-1C2C-4C4D-9CB4-1C8BF3E03F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29540" y="128016"/>
            <a:ext cx="11932920" cy="660196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7629"/>
            <a:ext cx="105156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HOW TO USE THIS TEMPLATE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3F74C5-9ADD-4AE3-BCA5-88726CC2A1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2017776" y="1667974"/>
            <a:ext cx="8156448" cy="36576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5578" y="1960171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2535" y="1984171"/>
            <a:ext cx="3103110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0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20642" y="1960171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77939" y="1984171"/>
            <a:ext cx="2243918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0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06755" y="1977950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64052" y="2001950"/>
            <a:ext cx="2959116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30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0059" y="310399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18684" y="310399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94793" y="3103993"/>
            <a:ext cx="2599197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76955" y="3102450"/>
            <a:ext cx="3726423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57040" y="5751926"/>
            <a:ext cx="8877920" cy="470478"/>
          </a:xfr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791" y="5070254"/>
            <a:ext cx="2599199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90713" y="5070254"/>
            <a:ext cx="371266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20058" y="3976866"/>
            <a:ext cx="3273552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94792" y="4041034"/>
            <a:ext cx="25991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76955" y="4041034"/>
            <a:ext cx="25992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138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21279" y="6118484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7" r:id="rId2"/>
    <p:sldLayoutId id="2147483678" r:id="rId3"/>
    <p:sldLayoutId id="2147483679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87" r:id="rId17"/>
    <p:sldLayoutId id="2147483695" r:id="rId18"/>
    <p:sldLayoutId id="2147483688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302" userDrawn="1">
          <p15:clr>
            <a:srgbClr val="F26B43"/>
          </p15:clr>
        </p15:guide>
        <p15:guide id="10" pos="73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o.microsoft.com/fwlink/?linkid=2006808&amp;clcid=0x409" TargetMode="Externa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3D545-C417-48EA-9543-078BF8EB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154" y="516731"/>
            <a:ext cx="5357846" cy="78263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Every morning I wake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9A8D28-D968-408D-AA5E-1B16F071D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1238" y="1183341"/>
            <a:ext cx="5285914" cy="935735"/>
          </a:xfrm>
        </p:spPr>
        <p:txBody>
          <a:bodyPr/>
          <a:lstStyle/>
          <a:p>
            <a:r>
              <a:rPr lang="en-US" dirty="0" smtClean="0"/>
              <a:t>By Dylan Thomas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26BF0-5F0E-4D61-B97D-E6ED486CD8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492004-FF5A-486F-BD35-52AACB74C6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523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70722D-0BC0-4487-812D-1E4E0DEC112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Month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65CF0B-BB68-4A49-91EE-96E78E8CAD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20XX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857963-8D3D-4F24-B535-54652EE09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3514F-9C9F-4868-A7D9-66CAA07E61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2316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ADF0-23DD-491B-8755-2E19692F9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DIVIDER SLIDE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E7209B-EA97-4E46-B935-409525612C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3D7C1-6919-4785-9AEE-1F6673CA07C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A006E-2552-45AA-81E6-9D6D26A503C2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Lorem ipsum dolor sit amet, consectetuer adipiscing elit</a:t>
            </a:r>
          </a:p>
        </p:txBody>
      </p:sp>
    </p:spTree>
    <p:extLst>
      <p:ext uri="{BB962C8B-B14F-4D97-AF65-F5344CB8AC3E}">
        <p14:creationId xmlns:p14="http://schemas.microsoft.com/office/powerpoint/2010/main" val="434389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51AE-252F-4958-A1E9-67C57179F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LAYOUT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5F389B-861B-485A-AD81-A9172882D9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amet, consectetuer adipiscing elit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FE0C33-CECE-4322-A29C-AEA87CDB13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r>
              <a:rPr lang="en-US" dirty="0"/>
              <a:t>Pellentesque habitant morbi tristique senectus et netus et malesuada fames ac turpis egestas. Proin pharetra nonummy pede. Mauris et orci.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0D8D83-8EE8-4757-A48D-197DCB8CB8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7CBD36-E928-427F-BCF4-3FF2B77D4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584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1BA9B4B-C586-4B6B-8142-E49AC2D37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30E50A-AB9F-4122-B5E0-DE40C6E483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Lorem ipsum dolor sit amet, consectetuer adipiscing elit.</a:t>
            </a:r>
            <a:br>
              <a:rPr lang="en-US" dirty="0"/>
            </a:br>
            <a:r>
              <a:rPr lang="en-US" dirty="0"/>
              <a:t>Maecenas porttitor congue massa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FCB07-6C49-4FD9-A60E-365443B88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C3CF09-BAFF-4590-A12C-E378DFF1DA5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Lorem ipsum dolor sit amet, consectetuer adipiscing elit. Maecenas porttitor congue massa. Fusce posuere, magna sed pulvinar ultricies, purus lectus malesuada libero</a:t>
            </a:r>
          </a:p>
          <a:p>
            <a:r>
              <a:rPr lang="en-US" dirty="0"/>
              <a:t>Nunc viverra imperdiet enim. Fusce est. Vivamus a tellus.</a:t>
            </a:r>
          </a:p>
          <a:p>
            <a:r>
              <a:rPr lang="en-US" dirty="0"/>
              <a:t>Pellentesque habitant morbi tristique senectus et netus et malesuada fames ac turpis egestas. Proin pharetra nonummy pede. Mauris et orci.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9249DA-4230-416D-838C-A72D2E7CADA4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US" dirty="0"/>
              <a:t>Section 2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E879AA-B873-414B-BC94-C8FF2856626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r>
              <a:rPr lang="en-US" dirty="0"/>
              <a:t>Nunc viverra imperdiet enim. Fusce est. Vivamus a tellus.</a:t>
            </a:r>
          </a:p>
          <a:p>
            <a:r>
              <a:rPr lang="en-US" dirty="0"/>
              <a:t>Pellentesque habitant morbi tristique senectus et netus et malesuada fames ac turpis egestas. Proin pharetra nonummy pede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EF9153-8777-40BE-856A-F36D008F5B2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32B1B3-C6FB-4075-BF96-89BEEBC1E9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8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674264-BCEC-4B65-BCCB-84112D3EC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02D267-7BE2-4596-B469-BB4DC32CC0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Lorem ipsum dolor sit amet, consectetuer adipiscing elit. Maecenas porttitor congue massa. Fusce posuere</a:t>
            </a:r>
          </a:p>
        </p:txBody>
      </p:sp>
      <p:graphicFrame>
        <p:nvGraphicFramePr>
          <p:cNvPr id="9" name="Chart Placeholder 8" descr="Chart">
            <a:extLst>
              <a:ext uri="{FF2B5EF4-FFF2-40B4-BE49-F238E27FC236}">
                <a16:creationId xmlns:a16="http://schemas.microsoft.com/office/drawing/2014/main" id="{25AF9D8E-348F-4D20-A3D5-4634B274F97D}"/>
              </a:ext>
            </a:extLst>
          </p:cNvPr>
          <p:cNvGraphicFramePr>
            <a:graphicFrameLocks noGrp="1"/>
          </p:cNvGraphicFramePr>
          <p:nvPr>
            <p:ph type="chart" sz="quarter" idx="32"/>
            <p:extLst>
              <p:ext uri="{D42A27DB-BD31-4B8C-83A1-F6EECF244321}">
                <p14:modId xmlns:p14="http://schemas.microsoft.com/office/powerpoint/2010/main" val="3991282356"/>
              </p:ext>
            </p:extLst>
          </p:nvPr>
        </p:nvGraphicFramePr>
        <p:xfrm>
          <a:off x="5734050" y="1824990"/>
          <a:ext cx="56692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FBF84-B41C-4FA8-BD4A-97F6C064C3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DBE06A-2C8A-44FA-9318-4BF6A8C3FF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177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5CB2B73A-3286-41AD-B97B-6B161C1AE6DB}"/>
              </a:ext>
            </a:extLst>
          </p:cNvPr>
          <p:cNvGraphicFramePr>
            <a:graphicFrameLocks noGrp="1"/>
          </p:cNvGraphicFramePr>
          <p:nvPr>
            <p:ph type="tbl" sz="quarter" idx="17"/>
            <p:extLst>
              <p:ext uri="{D42A27DB-BD31-4B8C-83A1-F6EECF244321}">
                <p14:modId xmlns:p14="http://schemas.microsoft.com/office/powerpoint/2010/main" val="4019244471"/>
              </p:ext>
            </p:extLst>
          </p:nvPr>
        </p:nvGraphicFramePr>
        <p:xfrm>
          <a:off x="911225" y="1389380"/>
          <a:ext cx="7056000" cy="407924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2736000">
                  <a:extLst>
                    <a:ext uri="{9D8B030D-6E8A-4147-A177-3AD203B41FA5}">
                      <a16:colId xmlns:a16="http://schemas.microsoft.com/office/drawing/2014/main" val="7645941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09165175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49107895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843627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accent1"/>
                          </a:solidFill>
                          <a:latin typeface="+mj-lt"/>
                        </a:rPr>
                        <a:t>Category 1</a:t>
                      </a:r>
                      <a:endParaRPr lang="ru-RU" sz="1600" b="0" dirty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 marL="92013" marR="92013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accent1"/>
                          </a:solidFill>
                          <a:latin typeface="+mj-lt"/>
                        </a:rPr>
                        <a:t>Category 2</a:t>
                      </a:r>
                      <a:endParaRPr lang="ru-RU" sz="1600" b="0" dirty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 marL="92013" marR="92013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accent1"/>
                          </a:solidFill>
                          <a:latin typeface="+mj-lt"/>
                        </a:rPr>
                        <a:t>Category 3</a:t>
                      </a:r>
                      <a:endParaRPr lang="ru-RU" sz="1600" b="0" dirty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 marL="92013" marR="92013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37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Subject 1</a:t>
                      </a:r>
                      <a:endParaRPr lang="ru-RU" sz="16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1,600,000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138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Subject 2</a:t>
                      </a:r>
                      <a:endParaRPr lang="ru-RU" sz="16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4,000,000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16,000,000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328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Subject 3</a:t>
                      </a:r>
                      <a:endParaRPr lang="ru-RU" sz="16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325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Subject 4</a:t>
                      </a:r>
                      <a:endParaRPr lang="ru-RU" sz="16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5,625,000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48,000,000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216,000,000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171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Subject 5</a:t>
                      </a:r>
                      <a:endParaRPr lang="ru-RU" sz="16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169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Subject 6</a:t>
                      </a:r>
                      <a:endParaRPr lang="ru-RU" sz="16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5,625,000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48,000,000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216,000,000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303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Subject 7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1,687,500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9,600,000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21,600,000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15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Subject 8</a:t>
                      </a:r>
                      <a:endParaRPr lang="ru-RU" sz="16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562,500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2,400,000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10,800,000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915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Subject 9</a:t>
                      </a:r>
                      <a:endParaRPr lang="ru-RU" sz="16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281,250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2,400,000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4,320,000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47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Subject 10</a:t>
                      </a:r>
                      <a:endParaRPr lang="ru-RU" sz="1600" b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7,593,750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52,800,000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1600" i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187,920,000</a:t>
                      </a:r>
                      <a:endParaRPr lang="ru-RU" sz="160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563717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9324568C-56E6-4923-BD06-A73B18394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3562" y="1505434"/>
            <a:ext cx="2669859" cy="1577904"/>
          </a:xfrm>
        </p:spPr>
        <p:txBody>
          <a:bodyPr>
            <a:normAutofit/>
          </a:bodyPr>
          <a:lstStyle/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5F46D-4480-4519-95A2-222F038523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83562" y="3359239"/>
            <a:ext cx="2850711" cy="2252574"/>
          </a:xfrm>
        </p:spPr>
        <p:txBody>
          <a:bodyPr/>
          <a:lstStyle/>
          <a:p>
            <a:r>
              <a:rPr lang="en-US" dirty="0"/>
              <a:t>Lorem ipsum dolor sit amet, consectetuer adipiscing elit. Maecenas porttitor congue massa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631035-F5E3-46D5-B807-5F49C1F57AF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8A5CE3-2115-4267-9A88-04013EE991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92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C77C5D-1541-4D4C-8CD9-E4CB2D74F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IMAGE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B0BE2-2BDB-48DC-AE9B-F3B9BACA82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Lorem ipsum dolor sit amet, consectetuer adipiscing elit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ED71B1-7851-43AD-8F7D-18071590E8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F1F869-7372-4C01-A626-993295149E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905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2806C0-8AE3-4975-9946-CCD70055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SLIDE</a:t>
            </a:r>
          </a:p>
        </p:txBody>
      </p:sp>
      <p:sp>
        <p:nvSpPr>
          <p:cNvPr id="5" name="Media Placeholder 4" descr="Media">
            <a:extLst>
              <a:ext uri="{FF2B5EF4-FFF2-40B4-BE49-F238E27FC236}">
                <a16:creationId xmlns:a16="http://schemas.microsoft.com/office/drawing/2014/main" id="{D7FB60BE-A06D-46A2-8BC5-E4AB30430916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/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30A82-8E4A-471C-A080-278975C952A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8F9E36-CD39-4DDD-927C-C07E8C070A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993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2B381BA-F1D7-483F-B759-9C345135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2BBAB-4628-42F5-BF78-BE0E594751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Alexander Martensson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21AB4-1CF0-4825-926E-5207D64C26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Phone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A4F671-D586-49FB-B0C1-E7E9ADFE08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678-555-0143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118D49-CA48-4C57-A37C-31BAA753812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Email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E14719-D011-4E0B-9362-CD19FF22FEB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martensson@example.com</a:t>
            </a:r>
          </a:p>
        </p:txBody>
      </p:sp>
    </p:spTree>
    <p:extLst>
      <p:ext uri="{BB962C8B-B14F-4D97-AF65-F5344CB8AC3E}">
        <p14:creationId xmlns:p14="http://schemas.microsoft.com/office/powerpoint/2010/main" val="3309279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Customize this Template</a:t>
            </a:r>
          </a:p>
        </p:txBody>
      </p:sp>
      <p:sp>
        <p:nvSpPr>
          <p:cNvPr id="8" name="TextBox 7">
            <a:hlinkClick r:id="rId2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547813" y="2459504"/>
            <a:ext cx="90963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u="sng" dirty="0">
                <a:solidFill>
                  <a:schemeClr val="bg1"/>
                </a:solidFill>
              </a:rPr>
              <a:t>Template Editing Instructions and Feedback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38242DD-860A-4446-A9ED-6BCEE87AC1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702AE2-358E-4E9A-AF91-90EFED7991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4">
      <a:dk1>
        <a:sysClr val="windowText" lastClr="000000"/>
      </a:dk1>
      <a:lt1>
        <a:sysClr val="window" lastClr="FFFFFF"/>
      </a:lt1>
      <a:dk2>
        <a:srgbClr val="64AC00"/>
      </a:dk2>
      <a:lt2>
        <a:srgbClr val="CBFF00"/>
      </a:lt2>
      <a:accent1>
        <a:srgbClr val="002E62"/>
      </a:accent1>
      <a:accent2>
        <a:srgbClr val="004CB9"/>
      </a:accent2>
      <a:accent3>
        <a:srgbClr val="005500"/>
      </a:accent3>
      <a:accent4>
        <a:srgbClr val="16B3DC"/>
      </a:accent4>
      <a:accent5>
        <a:srgbClr val="F9DC5C"/>
      </a:accent5>
      <a:accent6>
        <a:srgbClr val="EF626C"/>
      </a:accent6>
      <a:hlink>
        <a:srgbClr val="FFFFFF"/>
      </a:hlink>
      <a:folHlink>
        <a:srgbClr val="FFFFFF"/>
      </a:folHlink>
    </a:clrScheme>
    <a:fontScheme name="Custom 21">
      <a:majorFont>
        <a:latin typeface="Gill Sans MT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F22977542_Outdoors presentation_RVA_v4.potx" id="{6CD96AFB-7D75-48FF-A856-C8B82BF3C12B}" vid="{1E6ACFD4-3AE6-4944-B76B-DA44E915EC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6A71AF-4CF2-4B95-BFB6-5C27500258C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F60B100-7079-4DE7-AF7C-20BFB1D62C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35B1F0-3442-4957-9701-25816EFDB6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Outdoor exploration presentation</Template>
  <TotalTime>0</TotalTime>
  <Words>391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Franklin Gothic Book</vt:lpstr>
      <vt:lpstr>Gill Sans MT</vt:lpstr>
      <vt:lpstr>Office Theme</vt:lpstr>
      <vt:lpstr>Every morning I wake</vt:lpstr>
      <vt:lpstr>PRESENTATION TITLE</vt:lpstr>
      <vt:lpstr>DIVIDER SLIDE</vt:lpstr>
      <vt:lpstr>TEXT LAYOUT 2</vt:lpstr>
      <vt:lpstr>COMPARISON</vt:lpstr>
      <vt:lpstr>CHART SLIDE</vt:lpstr>
      <vt:lpstr>TABLE SLIDE</vt:lpstr>
      <vt:lpstr>BIG IMAGE SLIDE</vt:lpstr>
      <vt:lpstr>VIDEO SLIDE</vt:lpstr>
      <vt:lpstr>THANK YOU!</vt:lpstr>
      <vt:lpstr>Customize this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2025-08-10T15:47:04Z</dcterms:created>
  <dcterms:modified xsi:type="dcterms:W3CDTF">2025-08-10T16:00:06Z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